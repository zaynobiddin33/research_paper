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Inomjon Qo'chqorov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entitled”hello, hello hello hello hello"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03.11.2025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