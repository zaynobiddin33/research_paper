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Zaynobiddin Shoxobiddinov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entitled”jahs sadfjaf ladf afalfd sdfla asfdjahs sadfjaf ladf afalfd sdfla asfd"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03.11.2025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