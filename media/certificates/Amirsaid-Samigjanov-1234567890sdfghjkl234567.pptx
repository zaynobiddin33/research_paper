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Amirsaid Samigjanov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entitled”1234567890sdfghjkl234567"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03.11.2025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